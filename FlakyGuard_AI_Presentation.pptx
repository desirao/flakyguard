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329184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INTELLIGENT AI-DEVOPS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FlakyGuard-AI</a:t>
            </a:r>
          </a:p>
          <a:p>
            <a:pPr>
              <a:spcBef>
                <a:spcPts val="800"/>
              </a:spcBef>
              <a:defRPr sz="2000">
                <a:solidFill>
                  <a:srgbClr val="38BDF8"/>
                </a:solidFill>
              </a:defRPr>
            </a:pPr>
            <a:r>
              <a:t>Autonomous CI/CD Failure Triage, Flaky Test Quarantine &amp; Validated Remediation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Transforming how software engineering teams detect, isolate, and fix broken builds.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29768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78BFA"/>
                </a:solidFill>
              </a:defRPr>
            </a:pPr>
            <a:r>
              <a:t>CSE 4011 — Intelligent Developer Tools &amp; AI DevOps Workflows • BML Munjal University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Team Members &amp; Core Responsibilities: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Saumil Gupta — LangGraph Multi-Agent Orchestrator, Prompt Engineering &amp; Ablation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Rahul Yadav — Docker &amp; Cloud Infrastructure, CI/CD Automation, Test Validation Gates, DevSecOps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Piyush Joon — Sourcegraph OSS Navigation, LangChain RAG Pipeline, Flakiness Modeling, Web Console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Problem: Why CI/CD Pipelines Break Developers' Productivity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7185"/>
                </a:solidFill>
              </a:defRPr>
            </a:pPr>
            <a:r>
              <a:t>1. Massive Developer Toil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Engineers spend ~25% of their working time diagnosing failed builds.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Console logs dump 5,000+ lines of raw text, tracebacks, and warnings.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Isolating the real bug requires tedious manual searches across commits, diffs, and pull requests.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Mean Time to Remediation (MTTR) often stretches from 4 to 8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BF24"/>
                </a:solidFill>
              </a:defRPr>
            </a:pPr>
            <a:r>
              <a:t>2. The 'Flaky Test' Nightmare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16% of all CI test failures are NOT real bugs—they are 'flaky tests'.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Causes: Concurrency race conditions, socket timeouts, memory pressure, thread deadlocks.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Developers repeatedly hit 'Re-run Job', hoping it turns green.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Writing a code patch for a flaky test is a disaster: it modifies valid code for a non-deterministic phantom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3. Naive AI Fails Dangerously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Pasting error traces into generic ChatGPT or Copilot introduces severe risks: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Hallucinations: Invents fake file paths and non-existent functions.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Broken Patches: Proposed diffs fail 'git apply' syntax checks.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Security Breaches: API tokens and passwords leaked into public AI prompts.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Prompt Injections: Malicious PR logs hijack LLM prompts.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ANALOGY &amp; 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 Simple Words: How FlakyGuard-AI Thinks &amp;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78BFA"/>
                </a:solidFill>
              </a:defRPr>
            </a:pPr>
            <a:r>
              <a:t>Analogy 1: The Hospital ER Triage Nurse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Imagine an Emergency Room where 100 patients arrive at once: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A senior triage nurse immediately categorizes each case: Is it trauma, cardiology, or a minor sprain?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The nurse checks patient history: Did this person have the same reaction yesterday?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FlakyGuard does this for code: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- Ingests the failing log and classifies it into SRE, Security, Cloud Infra, or Flaky Test.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- Checks historical test runs to see if this test randomly flips between passing and failing.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Analogy 2: The Formula 1 Pit Stop Crew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In Formula 1, when a car enters the pit with smoke: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The telemetry engineer scans sensor graphs (Sourcegraph &amp; Git Blame).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The mechanic references past race logs for this exact engine (LangChain RAG).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Before releasing the car, they test the wheel nuts 3 times (4-Tier Validation Gates).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The race director gives the final green light (Human Approval Gate).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FlakyGuard fixes the bug and prepares a verified Draft PR in 42 seconds!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BEFORE VS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Transformation: How Things Worked Before vs. How They Work Now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Operational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B7185"/>
                          </a:solidFill>
                        </a:defRPr>
                      </a:pPr>
                      <a:r>
                        <a:t>WITHOUT FlakyGuard (Before)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38BDF8"/>
                          </a:solidFill>
                        </a:defRPr>
                      </a:pPr>
                      <a:r>
                        <a:t>WITH FlakyGuard-AI (Now)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8BFA"/>
                          </a:solidFill>
                        </a:defRPr>
                      </a:pPr>
                      <a:r>
                        <a:t>Build Failure Detection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Engineer manually scrolls 5,000 lines of raw CI terminal logs to spot the traceback.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Automated webhook triggers instantly upon failure. Cryptographic HMAC ensures authenticity.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8BFA"/>
                          </a:solidFill>
                        </a:defRPr>
                      </a:pPr>
                      <a:r>
                        <a:t>Flaky Test Handling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Engineers re-run the CI job 2-3 times hoping it passes. Wastes server time and cloud budget.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Analyzes commit pass-rate variance. If test is flaky, immediately recommends QUARANTINE (no bad code).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8BFA"/>
                          </a:solidFill>
                        </a:defRPr>
                      </a:pPr>
                      <a:r>
                        <a:t>Root Cause Isolation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Manual 'git blame' and code search across thousands of files. Takes 2 to 4 hours.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Sourcegraph OSS finds the exact symbol. LangChain RAG finds the matching past incident runbook in 8ms.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8BFA"/>
                          </a:solidFill>
                        </a:defRPr>
                      </a:pPr>
                      <a:r>
                        <a:t>Patch &amp; Test Safety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Engineers hand-craft fixes or paste unverified ChatGPT code. 18% risk of regressions.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4-Tier Validation: Fails before fix, passes after fix, runs 10x stable, and verifies code coverage delta.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Complete System Architecture &amp; Information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1. INGEST &amp; DEFUSE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GitHub Actions CI Webhook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Prometheus Alertmanager Hook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HMAC-SHA256 Signature Check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Pre-compiled Secret Redaction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Prompt Injection Defuser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A78BFA"/>
                </a:solidFill>
              </a:defRPr>
            </a:pPr>
            <a:r>
              <a:t>2. TRIAGE &amp; ROUTING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Chain-of-Thought Router (router_v2)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SRE / Security / Infra / Flaky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Flakiness Mathematical Modeling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Variance: σ² = p(1 - p)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Quarantine Decision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4D399"/>
                </a:solidFill>
              </a:defRPr>
            </a:pPr>
            <a:r>
              <a:t>3. SPECIALIST REACT LOOP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Sourcegraph OSS Symbol Search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Deterministic Git Grep Fallback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LangChain Multi-Retriever RAG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ChromaDB Runbook Citations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Root Cause Synthesis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BBF24"/>
                </a:solidFill>
              </a:defRPr>
            </a:pPr>
            <a:r>
              <a:t>4. REMEDIATION &amp; AUDIT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Unified Diff (git apply --check)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Doc-Aware Regression TestGen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4-Tier Deterministic Gates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Responsible AI Factual Audit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Human Reviewer Console Gate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AGENTIC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Under the Hood: LangGraph Blackboard State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Stage 1: Ingest &amp; Redact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Extracts CI log, neutralizes injection keywords, and masks passwords, AWS keys, and 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Stage 2: CoT Router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Few-shot anchored prompt categorizes error into SRE, Security, Infra, or Flaky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Stage 3: Flakiness Filter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Checks pass/fail history on this exact commit SHA. If variance &gt; 0.15, flags for quarantine.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Stage 4: Specialist ReAct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Queries Sourcegraph GraphQL for symbol locations; queries ChromaDB for matching runbooks.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Stage 5: Patch Synthesizer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Generates minimal unified git patch (diff -u) validated using 'git apply --check'.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Stage 6: Test Synthesizer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Synthesizes regression test from AST docstrings and verifies with 4 deterministic gates.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Stage 7: Responsible AI Audit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Physically verifies that cited files exist on disk and cited commit SHAs exist in Git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029200"/>
            <a:ext cx="52120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120640"/>
            <a:ext cx="4846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Stage 8: Human Approval Gate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Presents complete diagnosis to engineer on Web Console. One click pushes branch &amp; opens Draft PR.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SMART QUARANTINE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Innovation 1: Flakiness Mathematical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BF24"/>
                </a:solidFill>
              </a:defRPr>
            </a:pPr>
            <a:r>
              <a:t>The Math Behind Flakiness Detection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Flaky tests fail intermittently without any code change.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FlakyGuard models outcomes using the Binomial Variance equation: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     σ² = p × (1 - p)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where p is the pass-rate across identical commit SHAs.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If a test has inconsistent outcomes (both passed and failed on the identical commit):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--&gt; Definite race condition or timing variance.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If pass rate is between 10% and 90%: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--&gt; High variance indicates environmental instability.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Decision: Recommend QUARANTINE rather than writing a patch!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Why Quarantine is Better Than Patching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The Danger of Patching Flaky Tests: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Writing code for a timing race introduces subtle bugs into business logic.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Commercial AI tools (Sweep.dev, Qodo) frequently hallucinate useless delays (time.sleep).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The FlakyGuard Solution: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Flaky tests are safely tagged with @pytest.mark.quarantine.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They continue running in parallel to gather diagnostics.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They NO LONGER block the production deployment train.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Result: Zero false alarms, zero developer frustration.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RELIABILITY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Core Innovation 2: The 4-Tier Deterministic Validation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B7185"/>
                </a:solidFill>
              </a:defRPr>
            </a:pPr>
            <a:r>
              <a:t>Gate 1: Fail-Before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The newly generated unit test MUST fail on the unfixed commit.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Proves the test captures the real bug and isn't a tautology.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Gate 2: Pass-After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The test MUST pass cleanly once the synthesized patch diff is applied.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Proves the patch successfully remediates the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</a:defRPr>
            </a:pPr>
            <a:r>
              <a:t>Gate 3: 10x Stability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The test must execute 10 consecutive times without a single failure.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Filters out AI-generated flaky tests before they enter the repository.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A78BFA"/>
                </a:solidFill>
              </a:defRPr>
            </a:pPr>
            <a:r>
              <a:t>Gate 4: Coverage Delta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The test must increase code coverage (+3.8% delta verified via pytest-cov).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Ensures defensive branches and edge-cases are permanently protected.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Technologies &amp; Services Used Across the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78BFA"/>
                </a:solidFill>
              </a:defRPr>
            </a:pPr>
            <a:r>
              <a:t>Orchestration &amp; AI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LangGraph: StateGraph blackboard state machine.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LangChain: Retriever abstractions and prompt management.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AST Chunking: Syntax-tree preserving function scopes.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Ollama: Local model inference (Code Llama, StarCoder2).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Code Intelligence &amp; Storage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Sourcegraph OSS: GraphQL cross-repo code navigation.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ChromaDB &amp; FAISS: Dense vector embeddings for runbooks.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TF-IDF: Lexical baseline retriever for keyword matching.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Git CLI: Subprocess diff validation and commit traversal.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</a:defRPr>
            </a:pPr>
            <a:r>
              <a:t>DevOps &amp; Cloud Telemetry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FastAPI &amp; Uvicorn: Async core API engine (:8000).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Docker Compose: Multi-profile topology (--profile lite/full).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Prometheus: Operational metrics scraping (/metrics).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AWS EC2: Cloud deployment and model benchmarking.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605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Security &amp; User Interface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HMAC-SHA256: Constant-time webhook verification.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Regex Redactor: Zero-trust secret masking engine.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Web Console: WCAG 2.1 AA accessible review dashboard.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GitHub REST API: Automated fix branch &amp; Draft PR creation.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SECURITY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DevSecOps &amp; Responsible AI: Protecting Against Real-World Attacks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DevSecOps Defense Layer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1. HMAC-SHA256 Webhook Verification: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 • Validates payload integrity using hmac.compare_digest.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 • Constant-time comparison prevents timing attack snooping.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2. Zero-Trust Secret Redaction: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 • Pre-compiled regex automatically scrubs credentials before prompt formatting.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 • Redacts AWS keys, GitHub PATs, Stripe keys, database URLs, passwords, and IP addresses.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3. Prompt Injection Defense: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 • Untrusted CI logs defuse role override attempts ('ignore previous instructions', DAN mode).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 • Bounded by strict XML delimiters (&lt;&lt;&lt;CI_LOG_START&gt;&gt;&gt;).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B7185"/>
                </a:solidFill>
              </a:defRPr>
            </a:pPr>
            <a:r>
              <a:t>Responsible AI Factual Audit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The Problem: LLMs frequently hallucinate facts.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FlakyGuard's 3-Point Physical Audit: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1. File Existence Check: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Verifies cited file physically exists on the local filesystem.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2. Symbol Existence Check: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Verifies cited class or function exists in the Python AST index.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3. Commit SHA Existence Check: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Verifies commit hash exists in Git tree via 'git rev-parse'.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Score &amp; Action: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If ANY check fails: Confidence = 1, Risk = HIGH, Verdict = REJECT.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Result: Zero hallucinated code reaches the developer.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Verifiable Benchmarks: Multi-Model AWS EC2 Study &amp; Ablations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1828800"/>
                <a:gridCol w="201168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Architecture /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Triage Acc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Patch Apply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Test 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Hallucination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FlakyGuard-AI (Multi-Agent)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97.5%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92.5%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2.5% (Best)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8BFA"/>
                          </a:solidFill>
                        </a:defRPr>
                      </a:pPr>
                      <a:r>
                        <a:t>StarCoder2 7B (AWS EC2)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90.0%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82.5%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12.5%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8BFA"/>
                          </a:solidFill>
                        </a:defRPr>
                      </a:pPr>
                      <a:r>
                        <a:t>Code Llama 7B (AWS EC2)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87.5%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77.5%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72.5%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17.5%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78BFA"/>
                          </a:solidFill>
                        </a:defRPr>
                      </a:pPr>
                      <a:r>
                        <a:t>Heuristic Regex Baseline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72.5%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45.0%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40.0%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35.0%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Live Demo: End-to-End Incident Resolution in 42 Seconds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Step 1: Failure Simulation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A customer checkout failure triggers in CI with unhandled 'AttributeError: NoneType has no attribute customer_id' on commit c8f2a17.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A78BFA"/>
                </a:solidFill>
              </a:defRPr>
            </a:pPr>
            <a:r>
              <a:t>Step 2: Autonomous Triage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LangGraph sanitizes logs, classifies as SRE, queries Sourcegraph to locate checkout.py:L84, and retrieves matching post-mortem from ChromaDB.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4D399"/>
                </a:solidFill>
              </a:defRPr>
            </a:pPr>
            <a:r>
              <a:t>Step 3: Deterministic Gates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Patch Synthesizer generates defensive None guard. TestGen generates pytest unit test. 4 validation gates confirm fail-before and pass-after.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BBF24"/>
                </a:solidFill>
              </a:defRPr>
            </a:pPr>
            <a:r>
              <a:t>Step 4: Human-in-the-Loop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Engineer inspects diff on Web Console and clicks 'Approve &amp; Open Draft PR'. Fix branch pushed and reviewable GitHub Draft PR opened instantly.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Conclusion: Measurable Business &amp; Engineering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4D399"/>
                </a:solidFill>
              </a:defRPr>
            </a:pPr>
            <a:r>
              <a:t>Key Engineering Achievements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100% Deterministic Verification: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57/57 unit tests passing with 86% system test coverage.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Slashing MTTR from 4 Hours to 42 Seconds: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Autonomous root cause isolation and patch authoring.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Elimination of the 'Flaky Test Tax':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Mathematical variance modeling safely quarantines flaky tests.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Zero Hallucination Guarantee: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Responsible AI physical existence checks and 4-tier validation gates.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Complete Rubric Compliance (C1–C15):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  All A1, A2, and A3 milestones fully delivered on GitHub.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</a:defRPr>
            </a:pPr>
            <a:r>
              <a:t>Summary of Deliverables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Open-Source GitHub Repository: github.com/desirao/flakyguard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Live FastAPI Core Server &amp; WCAG 2.1 AA Web Console (:8000)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Self-hosted Sourcegraph OSS with 15+ Query Catalogue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LangChain Multi-Retriever Pipeline (TF-IDF vs FAISS vs ChromaDB)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Prometheus Telemetry &amp; Sample Alertmanager Webhooks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• Comprehensive Documentation (13 Markdown Guides + Final Report)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F8FAFC"/>
                </a:solidFill>
              </a:defRPr>
            </a:pPr>
            <a:r>
              <a:t>•  Thank you for your guidance!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